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56" r:id="rId4"/>
    <p:sldId id="258" r:id="rId5"/>
    <p:sldId id="259" r:id="rId7"/>
    <p:sldId id="260" r:id="rId8"/>
    <p:sldId id="262" r:id="rId9"/>
    <p:sldId id="263" r:id="rId10"/>
    <p:sldId id="265" r:id="rId11"/>
    <p:sldId id="266" r:id="rId12"/>
    <p:sldId id="261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5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42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2B22D-437B-4FF0-9B7B-6B379B7A35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D71EE-E63F-49AE-A787-2231AEBA60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DFA1F62-E896-4236-AB08-BA1A912518A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DFA1F62-E896-4236-AB08-BA1A912518A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DFA1F62-E896-4236-AB08-BA1A912518A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DFA1F62-E896-4236-AB08-BA1A912518A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DFA1F62-E896-4236-AB08-BA1A912518A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DFA1F62-E896-4236-AB08-BA1A912518A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DFA1F62-E896-4236-AB08-BA1A912518A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DFA1F62-E896-4236-AB08-BA1A912518A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D88D-04D7-4CDF-B466-C18528959E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660-E0AF-426E-9624-084B0B6637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D88D-04D7-4CDF-B466-C18528959E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660-E0AF-426E-9624-084B0B6637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D88D-04D7-4CDF-B466-C18528959E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660-E0AF-426E-9624-084B0B6637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D88D-04D7-4CDF-B466-C18528959E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660-E0AF-426E-9624-084B0B6637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D88D-04D7-4CDF-B466-C18528959E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660-E0AF-426E-9624-084B0B6637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D88D-04D7-4CDF-B466-C18528959E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660-E0AF-426E-9624-084B0B6637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D88D-04D7-4CDF-B466-C18528959E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660-E0AF-426E-9624-084B0B6637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D88D-04D7-4CDF-B466-C18528959E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660-E0AF-426E-9624-084B0B6637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D88D-04D7-4CDF-B466-C18528959E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660-E0AF-426E-9624-084B0B6637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D88D-04D7-4CDF-B466-C18528959E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660-E0AF-426E-9624-084B0B6637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D88D-04D7-4CDF-B466-C18528959E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660-E0AF-426E-9624-084B0B6637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D88D-04D7-4CDF-B466-C18528959E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660-E0AF-426E-9624-084B0B6637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D88D-04D7-4CDF-B466-C18528959E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660-E0AF-426E-9624-084B0B6637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D88D-04D7-4CDF-B466-C18528959E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660-E0AF-426E-9624-084B0B6637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D88D-04D7-4CDF-B466-C18528959E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660-E0AF-426E-9624-084B0B6637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D88D-04D7-4CDF-B466-C18528959E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660-E0AF-426E-9624-084B0B6637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D88D-04D7-4CDF-B466-C18528959E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660-E0AF-426E-9624-084B0B6637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D88D-04D7-4CDF-B466-C18528959E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660-E0AF-426E-9624-084B0B6637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D88D-04D7-4CDF-B466-C18528959E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660-E0AF-426E-9624-084B0B6637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D88D-04D7-4CDF-B466-C18528959E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660-E0AF-426E-9624-084B0B6637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D88D-04D7-4CDF-B466-C18528959E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660-E0AF-426E-9624-084B0B6637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0D88D-04D7-4CDF-B466-C18528959E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4660-E0AF-426E-9624-084B0B6637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0D88D-04D7-4CDF-B466-C18528959E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24660-E0AF-426E-9624-084B0B66379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0D88D-04D7-4CDF-B466-C18528959E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24660-E0AF-426E-9624-084B0B66379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400" dirty="0"/>
              <a:t>Tensorrt-LLM</a:t>
            </a:r>
            <a:r>
              <a:rPr lang="zh-CN" altLang="en-US" sz="4400" dirty="0"/>
              <a:t>在</a:t>
            </a:r>
            <a:r>
              <a:rPr lang="en-US" altLang="zh-CN" sz="4400" dirty="0"/>
              <a:t>Jetson</a:t>
            </a:r>
            <a:r>
              <a:rPr lang="zh-CN" altLang="en-US" sz="4400" dirty="0"/>
              <a:t>上的应用尝试</a:t>
            </a:r>
            <a:endParaRPr lang="zh-CN" altLang="en-US" sz="4400" dirty="0"/>
          </a:p>
        </p:txBody>
      </p:sp>
      <p:sp>
        <p:nvSpPr>
          <p:cNvPr id="4" name="副标题 2"/>
          <p:cNvSpPr txBox="1"/>
          <p:nvPr/>
        </p:nvSpPr>
        <p:spPr>
          <a:xfrm>
            <a:off x="1537855" y="379600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凌荣烨、刘天一、徐思飞</a:t>
            </a:r>
            <a:endParaRPr lang="en-US" altLang="zh-CN" dirty="0"/>
          </a:p>
          <a:p>
            <a:r>
              <a:rPr lang="en-US" altLang="zh-CN" dirty="0"/>
              <a:t>11.20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6077" y="396113"/>
            <a:ext cx="9986818" cy="668193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对编译时高内存占用的解决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6077" y="1212088"/>
            <a:ext cx="10321070" cy="6140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Tensorrt-LLM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在边缘设备编译模型的一个主要障碍是编译时的高内存占用。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据开发者描述，多数情况下编译需要运行时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倍的内存。</a:t>
            </a:r>
            <a:endParaRPr lang="en-US" altLang="zh-CN" sz="24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spcAft>
                <a:spcPts val="1800"/>
              </a:spcAft>
            </a:pP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在服务器上编译和运行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Qwen2-vl-2B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Qwen2-vl-7B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的实验也印证了这一点（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48GB : 8.3GB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72GB : 21GB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spcAft>
                <a:spcPts val="1800"/>
              </a:spcAft>
            </a:pP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考虑的解决方案：将设备无关的编译工作分离出来在服务器上进行，主要是计算图优化的部分。对于融合算子的后端实现在运行时设备上进行。</a:t>
            </a:r>
            <a:endParaRPr lang="en-US" altLang="zh-CN" sz="24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spcAft>
                <a:spcPts val="1800"/>
              </a:spcAft>
            </a:pP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经过分离后，需要在运行设备上执行的编译工作内存占用降低到了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1.5:1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11.5GB : 8.3GB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spcAft>
                <a:spcPts val="1800"/>
              </a:spcAft>
            </a:pP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在量化之后，运行时内存开销进一步降低到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6GB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左右，有在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Jetson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上编译和部署的可行性。</a:t>
            </a:r>
            <a:endParaRPr lang="en-US" altLang="zh-CN" sz="24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6077" y="396113"/>
            <a:ext cx="9986818" cy="668193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Tensorrt-LLM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Tensorrt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后端和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PyTorch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后端对比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6077" y="1212088"/>
            <a:ext cx="10641203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1800"/>
              </a:spcAft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针对编译内存开销的问题，开发者也提出过一个替代方案：使用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Tensorrt-LLM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的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PyTorch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后端，进行即时编译。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服务器上测试，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PyTorch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后端的各项时间开销基本都为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Tensorrt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后端的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倍左右。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796708" y="2791031"/>
          <a:ext cx="10460571" cy="35811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4571"/>
                <a:gridCol w="1476000"/>
                <a:gridCol w="1476000"/>
                <a:gridCol w="1476000"/>
                <a:gridCol w="1476000"/>
                <a:gridCol w="1476000"/>
                <a:gridCol w="1476000"/>
              </a:tblGrid>
              <a:tr h="470769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Tensorrt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后端</a:t>
                      </a:r>
                      <a:endParaRPr lang="zh-CN" altLang="en-US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 hMerge="1">
                  <a:tcPr anchor="ctr" anchorCtr="1"/>
                </a:tc>
                <a:tc hMerge="1">
                  <a:tcPr anchor="ctr" anchorCtr="1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PyTorch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后端</a:t>
                      </a:r>
                      <a:endParaRPr lang="zh-CN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 hMerge="1">
                  <a:tcPr anchor="ctr" anchorCtr="1"/>
                </a:tc>
                <a:tc hMerge="1">
                  <a:tcPr anchor="ctr" anchorCtr="1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TTFT (s)</a:t>
                      </a:r>
                      <a:endParaRPr lang="zh-CN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Throughput (tokens/s)</a:t>
                      </a:r>
                      <a:endParaRPr lang="zh-CN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Latency</a:t>
                      </a:r>
                      <a:endParaRPr lang="en-US" altLang="zh-CN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TTFT (s)</a:t>
                      </a:r>
                      <a:endParaRPr lang="zh-CN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Throughput (tokens/s)</a:t>
                      </a:r>
                      <a:endParaRPr lang="zh-CN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Latency</a:t>
                      </a:r>
                      <a:endParaRPr lang="en-US" altLang="zh-CN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</a:tr>
              <a:tr h="75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zh-CN" altLang="en-US" sz="1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0.0495s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208.55</a:t>
                      </a:r>
                      <a:endParaRPr lang="zh-CN" altLang="en-US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0.4503s</a:t>
                      </a:r>
                      <a:endParaRPr kumimoji="0" lang="zh-CN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0.1005s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103.22</a:t>
                      </a:r>
                      <a:endParaRPr lang="zh-CN" altLang="en-US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0.9540s</a:t>
                      </a:r>
                      <a:endParaRPr kumimoji="0" lang="zh-CN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Median</a:t>
                      </a:r>
                      <a:endParaRPr lang="zh-CN" altLang="en-US" sz="1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0.0496s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208.64</a:t>
                      </a:r>
                      <a:endParaRPr lang="zh-CN" altLang="en-US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0.4659s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0.1005s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103.29</a:t>
                      </a:r>
                      <a:endParaRPr lang="zh-CN" altLang="en-US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0.9693s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</a:t>
                      </a:r>
                      <a:endParaRPr lang="zh-CN" altLang="en-US" sz="1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0.0278</a:t>
                      </a:r>
                      <a:endParaRPr lang="zh-CN" altLang="en-US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0.002454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0.0935</a:t>
                      </a:r>
                      <a:endParaRPr lang="zh-CN" altLang="en-US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0.010525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6077" y="396113"/>
            <a:ext cx="9986818" cy="668193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Jetson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上的部署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失败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6077" y="1212088"/>
            <a:ext cx="11030978" cy="583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Tensorrt-LLM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Jetson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的支持相当落后，只到一年多前的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0.12.0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版本。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lvl="0">
              <a:lnSpc>
                <a:spcPct val="120000"/>
              </a:lnSpc>
              <a:spcAft>
                <a:spcPts val="1800"/>
              </a:spcAft>
            </a:pP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Tensorrt-LLM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的设计思路是市面上流行的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LLM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逐个提供支持，为每个模型设计专用的算子和图优化，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0.12.0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版本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不支持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Qwen2-vl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模型，我们尝试了一个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0.17.0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版本的适用于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arm64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架构的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docker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容器，但是在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Jetson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上使用时失败，不支持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sm87 GPU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架构（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Jetson Orin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系列特有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lvl="0">
              <a:lnSpc>
                <a:spcPct val="120000"/>
              </a:lnSpc>
              <a:spcAft>
                <a:spcPts val="1800"/>
              </a:spcAft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Tensorrt-LLM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对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Jetson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支持陈旧的主要原因是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JetPack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的慢速迭代：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Jetson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的操作系统是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JetPack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JetPack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更新频率远低于桌面驱动。在很长一段时间里（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2024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年大半部分），主流的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JetPack6.0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绑定的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TensorRT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版本是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8.6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lvl="0">
              <a:lnSpc>
                <a:spcPct val="120000"/>
              </a:lnSpc>
              <a:spcAft>
                <a:spcPts val="1800"/>
              </a:spcAft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NVIDIA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2024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年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9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月左右发布了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JetPack6.1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，将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TensorRT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升级到了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10.0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。但是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Tensorrt-LLM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是更新的工具，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1.0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版本今年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9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月份发布。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6077" y="396113"/>
            <a:ext cx="9986818" cy="668193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VL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模型调研与方案选择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6077" y="1212088"/>
            <a:ext cx="11030978" cy="3211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由于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Tensorrt-LLM</a:t>
            </a:r>
            <a:r>
              <a:rPr lang="en-US" altLang="zh-CN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-0.12.0-Jetson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不支持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qwen2-vl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，调研了其它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VL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模型在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Tensorrt-LLM-0.12.0-Jetson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上部署的可行性。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lvl="0">
              <a:lnSpc>
                <a:spcPct val="120000"/>
              </a:lnSpc>
              <a:spcAft>
                <a:spcPts val="1800"/>
              </a:spcAft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LLaVA / LLaVA-Next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Fuyu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Nougat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CogVLM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Kosmos-2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Video-NeVA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Phi-3-Vision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等：大部分示例基于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7B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及以上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LLM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（如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LLaMA-7B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），整体参数规模较大，因此暂时排除。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最终选择了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VILA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VILA-1.5-3B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6077" y="396113"/>
            <a:ext cx="9986818" cy="668193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VILA 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推理尝试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6077" y="1212088"/>
            <a:ext cx="11030978" cy="5251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语言模型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llm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成功编译，但视觉模型编译受阻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TensorRT-LLM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视觉引擎的编译与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VILA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三段式权重的结构不兼容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VILA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的模型架构为：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VILA1.5-3b/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llm/ ——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语言模型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vision_tower/ ——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视觉模型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mm_projector/ —— </a:t>
            </a:r>
            <a:r>
              <a:rPr lang="zh-CN" altLang="en-US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视觉</a:t>
            </a:r>
            <a:r>
              <a:rPr lang="en-US" altLang="zh-CN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-</a:t>
            </a:r>
            <a:r>
              <a:rPr lang="zh-CN" altLang="en-US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语言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对齐映射层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Tensorrt-LLM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期望的标准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HF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模型目录不匹配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6077" y="396113"/>
            <a:ext cx="9986818" cy="668193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MLC-LLM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尝试部署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Qwen_vl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模型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6077" y="1212088"/>
            <a:ext cx="11030978" cy="4771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官方示例的大语言模型跑通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:mlc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已经把多种支持的大模型预编译为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mlc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格式并上传到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huggingface,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只需要简单构建环境并使用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mlc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编译优化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运行。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Qwen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系列的多模态大模型由于官方没有预编译的版本，需要自己去编译量化为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mlc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支持的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格式。另外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MLC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github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上的正式版本并没有支持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Qwen vl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系列的模型，只有一个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Qwen2-vl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分支。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尝试克隆该分支下的库进行源代码构建环境，再去编译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qwen2_vl 2B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模型失败。原因应该是该分支的代码还没有完善（上一次提交是两周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前），编译时出现很多问题，暂时先放弃使用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Qwen VL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模型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6077" y="396113"/>
            <a:ext cx="9986818" cy="668193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MLC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可探索的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方向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6077" y="1212088"/>
            <a:ext cx="11030978" cy="8390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使用官方支持的多模态大模型：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llava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系列，大小：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7B/13B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，</a:t>
            </a:r>
            <a:r>
              <a:rPr lang="en-US" altLang="zh-CN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phi3.5 vision</a:t>
            </a:r>
            <a:r>
              <a:rPr lang="zh-CN" altLang="en-US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：</a:t>
            </a:r>
            <a:r>
              <a:rPr lang="en-US" altLang="zh-CN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</a:t>
            </a:r>
            <a:r>
              <a:rPr lang="zh-CN" altLang="en-US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大小：</a:t>
            </a:r>
            <a:r>
              <a:rPr lang="en-US" altLang="zh-CN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4B</a:t>
            </a:r>
            <a:endParaRPr lang="en-US" altLang="zh-CN" sz="24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交叉编译：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降低内存使用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260" y="2144395"/>
            <a:ext cx="6552565" cy="2006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60" y="4814570"/>
            <a:ext cx="6370955" cy="19824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6077" y="396113"/>
            <a:ext cx="9986818" cy="6681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下一步规划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6077" y="1212088"/>
            <a:ext cx="9986818" cy="6119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转向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MLC-LLM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，使用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phi3.5 vision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模型。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MLC-LLM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对边缘端（包括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Jetson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）的优化较好，支持更多的量化方式，而且它的后端是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TVM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，对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JetPack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更新的依赖更轻。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Tensorrt-LLM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0.12.0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版本基础上，将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Qwen2-vl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手动构建和注册为自定义模型，以利用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Tensorrt-LLM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的通用优化。</a:t>
            </a:r>
            <a:endParaRPr lang="en-US" altLang="zh-CN" sz="24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Tensorrt-LLM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退回到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Tensorrt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进行交叉编译：目前在服务器上尝试，遇到两个算子没有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Tensorrt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的原生支持，考虑替换或自定义实现。</a:t>
            </a:r>
            <a:endParaRPr lang="zh-CN" altLang="en-US" sz="24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修改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Tensorrt-LLM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视觉引擎编译的源码，使其能够兼容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VILA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的三段式权重模型结构</a:t>
            </a:r>
            <a:endParaRPr lang="zh-CN" altLang="en-US" sz="24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尝试使用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Pytorch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推理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VILA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，对比其与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Tensorrt-LLM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的区别</a:t>
            </a:r>
            <a:endParaRPr lang="zh-CN" altLang="en-US" sz="24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2294</Words>
  <Application>WPS 演示</Application>
  <PresentationFormat>宽屏</PresentationFormat>
  <Paragraphs>143</Paragraphs>
  <Slides>9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楷体</vt:lpstr>
      <vt:lpstr>等线</vt:lpstr>
      <vt:lpstr>Times New Roman</vt:lpstr>
      <vt:lpstr>等线 Light</vt:lpstr>
      <vt:lpstr>微软雅黑</vt:lpstr>
      <vt:lpstr>Arial Unicode MS</vt:lpstr>
      <vt:lpstr>Office 主题​​</vt:lpstr>
      <vt:lpstr>1_Office 主题​​</vt:lpstr>
      <vt:lpstr>Tensorrt-LLM在Jetson上的应用尝试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思飞 徐</dc:creator>
  <cp:lastModifiedBy>一 夜浮华</cp:lastModifiedBy>
  <cp:revision>48</cp:revision>
  <dcterms:created xsi:type="dcterms:W3CDTF">2025-11-19T03:57:00Z</dcterms:created>
  <dcterms:modified xsi:type="dcterms:W3CDTF">2025-11-19T18:43:02Z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B7638D4133324F16B31540BF24D37671_13</vt:lpwstr>
  </property>
  <property fmtid="{D5CDD505-2E9C-101B-9397-08002B2CF9AE}" pid="3" name="KSOProductBuildVer">
    <vt:lpwstr>2052-12.1.0.23542</vt:lpwstr>
  </property>
</Properties>
</file>